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86" y="2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822960"/>
            <a:ext cx="964038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dirty="0">
                <a:solidFill>
                  <a:srgbClr val="ED7D31"/>
                </a:solidFill>
              </a:rPr>
              <a:t>End-to-End Azure Data Engineering Pipeline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3CE68AC8-DEBD-4097-2B67-CEC84D1F1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66" y="1794406"/>
            <a:ext cx="7628467" cy="3884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5612" y="731520"/>
            <a:ext cx="2611421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 dirty="0">
                <a:solidFill>
                  <a:srgbClr val="ED7D31"/>
                </a:solidFill>
              </a:rPr>
              <a:t>Source Data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91BF66-9AD9-2218-F0BA-3FB2BDA99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097" y="1733550"/>
            <a:ext cx="8307977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1109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D7D31"/>
                </a:solidFill>
              </a:rPr>
              <a:t>Azure Resource Group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46CAF00C-A5C5-486B-3A7A-BCE99505E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08" y="1695177"/>
            <a:ext cx="7732076" cy="4322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3028" y="777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 dirty="0">
                <a:solidFill>
                  <a:srgbClr val="ED7D31"/>
                </a:solidFill>
              </a:rPr>
              <a:t>Azure Data Lake Setup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094C301-68F7-4EF3-0A04-F767C41E2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28" y="1828800"/>
            <a:ext cx="8003177" cy="383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78696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 dirty="0">
                <a:solidFill>
                  <a:srgbClr val="ED7D31"/>
                </a:solidFill>
              </a:rPr>
              <a:t>Azure Data Factory Ingestion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E1D9E99-308B-4B0B-78E3-8F76CDF4C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3693059"/>
            <a:ext cx="8890000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E9E3CBFF-6B57-980A-CF9B-0FDA8F75D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1372658"/>
            <a:ext cx="8822267" cy="233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188" y="778867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D7D31"/>
                </a:solidFill>
              </a:rPr>
              <a:t>Dynamic Pipeline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C3B2EC3-E94E-304A-B75C-F9EDCC944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82" y="1738437"/>
            <a:ext cx="7062281" cy="3702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5371" y="7639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 dirty="0">
                <a:solidFill>
                  <a:srgbClr val="ED7D31"/>
                </a:solidFill>
              </a:rPr>
              <a:t>Databricks Transformation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C426F79-CB8F-9C7E-FCD5-A3BA2FABA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71" y="1458744"/>
            <a:ext cx="4173165" cy="240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B54B8138-D667-2241-4E30-ECACDDBEF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5466" y="1577198"/>
            <a:ext cx="4172400" cy="2325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19F44B58-239E-CD90-C7FE-AAEC626A0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1" y="4248642"/>
            <a:ext cx="4172400" cy="2325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1028BFC2-6DF3-08B0-48E5-C1DFB3835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061" y="4850296"/>
            <a:ext cx="4832686" cy="137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5821" y="777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 dirty="0">
                <a:solidFill>
                  <a:srgbClr val="ED7D31"/>
                </a:solidFill>
              </a:rPr>
              <a:t>Synapse Gold Layer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5DAD5D0D-B96D-3EE8-81EE-189B63AFB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21" y="1451942"/>
            <a:ext cx="4172400" cy="246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781A5C3E-6855-8735-A0B3-51B3B4DC5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661" y="1451942"/>
            <a:ext cx="4172400" cy="2513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59097D7C-40F8-0DCB-6A29-09AE3564E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956" y="4087872"/>
            <a:ext cx="4376225" cy="2636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5761</TotalTime>
  <Words>25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Aishwarya Pan (UK)</cp:lastModifiedBy>
  <cp:revision>3</cp:revision>
  <dcterms:created xsi:type="dcterms:W3CDTF">2013-01-27T09:14:16Z</dcterms:created>
  <dcterms:modified xsi:type="dcterms:W3CDTF">2026-03-09T11:32:40Z</dcterms:modified>
  <cp:category/>
</cp:coreProperties>
</file>